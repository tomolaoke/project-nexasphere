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Time per business question (minutes)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business question</c:v>
                </c:pt>
              </c:strCache>
            </c:strRef>
          </c:tx>
          <c:spPr>
            <a:solidFill>
              <a:srgbClr val="35D0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Manual spreadsheet
cross-referencing</c:v>
                  </c:pt>
                  <c:pt idx="1">
                    <c:v>NexaSphere
(Discover / Ask)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9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9"/>
        </a:solidFill>
        <a:ln>
          <a:noFill/>
        </a:ln>
        <a:effectLst/>
      </c:spPr>
    </c:plotArea>
    <c:plotVisOnly val="1"/>
    <c:dispBlanksAs val="span"/>
  </c:chart>
  <c:spPr>
    <a:solidFill>
      <a:srgbClr val="0B12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3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657600" cy="3657600"/>
          </a:xfrm>
          <a:prstGeom prst="ellipse">
            <a:avLst/>
          </a:prstGeom>
          <a:solidFill>
            <a:srgbClr val="1B24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BUILDFEST 2026  ·  TRACK 1: AI FOR BUSINESS &amp; PRODUCTIVITY  ·  CASE STUDY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NexaSphere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Intelligence Assistant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disconnected retail data into decisions worth acting 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502920" cy="502920"/>
          </a:xfrm>
          <a:prstGeom prst="rect">
            <a:avLst>
              <a:gd name="adj" fmla="val 21818"/>
            </a:avLst>
          </a:prstGeom>
          <a:solidFill>
            <a:srgbClr val="4C8D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2793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Tomola Oke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builder · AI Systems &amp; Product Engineer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BUDGET  ·  100% FREE &amp; OPEN-SOURCE STACK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can grow while profit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quietly doesn't.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B244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734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108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returns, delivery, inventory and marketing data live in separate systems management has to manually connect.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B244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0142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starts from zero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389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'why did this number move?' takes 30-60+ minutes of manual cross-referencing - every single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B2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5458968"/>
            <a:ext cx="548640" cy="548640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458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2943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numbers, not reasons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6692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tells a manager what happened. It doesn't explain why, or what to do next.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signals already exist in the data.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is looking at all of them at once.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B24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+63.2%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20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last 30 days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77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gross profit grew only +53.8% - margin fell -1.45pp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331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B24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12.77%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520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return 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977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units returned - ₦294,656.64 refunded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B24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520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UrbanMove delayed rate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977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~7.8% average across the other delivery partners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isn't data. It's interpretation speed.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 (SLOW)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8C97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4231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624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24231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8C97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24231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624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24231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8C97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24231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624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06640" y="24231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8C97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9792" y="24231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NEXASPHERE  (FAST + SAFE)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35D0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42519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4453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834640" y="4251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35D0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07792" y="42519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4453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20640" y="4251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35D0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3792" y="42519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453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406640" y="4251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35D0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79792" y="42519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4453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92640" y="4251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2444"/>
          </a:solidFill>
          <a:ln w="12700">
            <a:solidFill>
              <a:srgbClr val="35D0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65792" y="425196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destination - a human decision - reached through verified evidence instead of manual detective work.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NexaSphere AI Business Intelligence Assistant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screen is traceable to a deterministic calculation.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1B2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24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ranked findings generated fresh from live data every time the app opens - profitability, returns, delivery, inventory, marketing, targets - each with its evidence attached.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1B24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724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383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business question in plain English. The system matches it to a verified analysis, computes the answer live, and explains it - or says honestly it can't.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never calculates. It only explains numbers 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already verified.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1B2444"/>
          </a:solidFill>
          <a:ln w="15875">
            <a:solidFill>
              <a:srgbClr val="8C97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4505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632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returns,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inventory,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(CSV)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70632" y="228600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1B2444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24505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0632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-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92624" y="228600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1B2444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24505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30632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findings,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evidence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14616" y="228600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1B2444"/>
          </a:solidFill>
          <a:ln w="15875">
            <a:solidFill>
              <a:srgbClr val="35D0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24344" y="24505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30632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open-source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(Ollama)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template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36608" y="228600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1B2444"/>
          </a:solidFill>
          <a:ln w="15875">
            <a:solidFill>
              <a:srgbClr val="35D0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46336" y="24505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46336" y="30632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-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+ Ask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B36"/>
          </a:solidFill>
          <a:ln w="12700">
            <a:solidFill>
              <a:srgbClr val="35D0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754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never imports the AI layer, and the AI layer never sees raw data - only already-verified evidence. This is enforced in code and covered by automated tests, not just described in a prompt.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'chat with your CSV.'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28016" cy="1143000"/>
          </a:xfrm>
          <a:prstGeom prst="roundRect">
            <a:avLst/>
          </a:prstGeom>
          <a:solidFill>
            <a:srgbClr val="35D0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Numeric-grounding guardrail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500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sentence is checked against the verified evidence. Any sentence with an unsupported number is discarded and replaced automatically - no exceptions.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28016" cy="1143000"/>
          </a:xfrm>
          <a:prstGeom prst="roundRect">
            <a:avLst/>
          </a:prstGeom>
          <a:solidFill>
            <a:srgbClr val="35D0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cost, no vendor lock-in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758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Python, pandas, Streamlit and a local open-source LLM (Ollama). No API keys, no usage caps, no paid tier to outgrow.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28016" cy="1143000"/>
          </a:xfrm>
          <a:prstGeom prst="roundRect">
            <a:avLst/>
          </a:prstGeom>
          <a:solidFill>
            <a:srgbClr val="35D0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setup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0017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local LLM isn't installed, the system falls back to a deterministic, evidence-only template - nothing breaks, nothing degrades to guessing.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by construction, not by promise.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35D0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768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numbers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code via a numeric-grounding check - not just a prompt instruction.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rgbClr val="35D0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768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evidence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926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answers show the exact computed values they're based 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35D0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42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Recommends, never executes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 what to investigate. A human decides and acts - always.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35D0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42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transparent sourcing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is labeled: produced by the AI, or by the safe template.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Minutes, not hours - and every number checked.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0" y="20574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automated tests validate every KPI against an independently pre-computed ground truth - not eyeballed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required business questions from the case study answerable end-to-end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far beyond retail: e-commerce, logistics, manufacturing, financial services - anywhere structured operational data outpaces analyst time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NexaSphere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scattered business data into decisions worth acting 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1B2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657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for AI BuildFest 2026  ·  100% free &amp; open-source stack  ·  $0 total cost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questions welcome.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Tomola Oke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2026-08-27T12:53:19Z</dcterms:created>
  <dcterms:modified xsi:type="dcterms:W3CDTF">2026-08-27T12:53:19Z</dcterms:modified>
</cp:coreProperties>
</file>